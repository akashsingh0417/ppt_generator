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The Best Football Team in India: A Contentious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333333"/>
                </a:solidFill>
              </a:defRPr>
            </a:pPr>
            <a:r>
              <a:t>Determining the 'best' football team in India is subjective and depends on various factors, including recent performance, overall history, and youth development.</a:t>
            </a:r>
            <a:br/>
            <a:r>
              <a:t>  There's no single universally accepted answer, unlike in leagues with a clear hierarchical structure.</a:t>
            </a:r>
            <a:br/>
            <a:r>
              <a:t> We'll explore some top contenders and the criteria used to evaluate them.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Contenders for the Top Spot: Bengaluru FC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333333"/>
                </a:solidFill>
              </a:defRPr>
            </a:pPr>
            <a:r>
              <a:t>Bengaluru FC has consistently performed well in the Indian Super League (ISL), winning multiple titles and showcasing strong domestic and continental performances.</a:t>
            </a:r>
            <a:br/>
            <a:r>
              <a:t> Their consistent success and attractive style of play have made them a fan favorite and a major contender for the title of best team.</a:t>
            </a:r>
            <a:br/>
            <a:r>
              <a:t> They've also demonstrated success in attracting and developing young Indian talent.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Contenders for the Top Spot: ATK Mohun Bagan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333333"/>
                </a:solidFill>
              </a:defRPr>
            </a:pPr>
            <a:r>
              <a:t>ATK Mohun Bagan boasts a rich history and a massive fanbase, contributing to their claim as one of the best.</a:t>
            </a:r>
            <a:br/>
            <a:r>
              <a:t>  Their legacy in Indian football, coupled with recent ISL success, makes them a strong challenger to Bengaluru FC.</a:t>
            </a:r>
            <a:br/>
            <a:r>
              <a:t>  The team's passionate support base adds another layer to their overall influence on Indian football.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Other Notable Teams and Factors to Consider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333333"/>
                </a:solidFill>
              </a:defRPr>
            </a:pPr>
            <a:r>
              <a:t>Mumbai City FC has also emerged as a consistently strong team in recent years, challenging for titles and showcasing impressive talent.</a:t>
            </a:r>
            <a:br/>
            <a:r>
              <a:t>  Goa FC, Kerala Blasters FC, and Hyderabad FC are other teams that have demonstrated competitiveness and contributed to the league's excitement.</a:t>
            </a:r>
            <a:br/>
            <a:r>
              <a:t>  Beyond trophies, factors like youth academy development, community engagement, and overall financial stability also contribute to a team's longterm success and overall 'best' status.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The Importance of Youth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333333"/>
                </a:solidFill>
              </a:defRPr>
            </a:pPr>
            <a:r>
              <a:t>Investing in youth academies is crucial for the longterm success of Indian football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Teams with strong youth systems are more likely to sustain success over time and contribute to the national team's growth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Many top teams are now prioritizing youth development, recognizing its importance in building a sustainable future for Indian football.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CC0000"/>
                </a:solidFill>
              </a:defRPr>
            </a:pPr>
            <a:r>
              <a:t>Conclusion: No Single 'Best'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333333"/>
                </a:solidFill>
              </a:defRPr>
            </a:pPr>
            <a:r>
              <a:t>Ultimately, crowning a single 'best' football team in India is challenging due to the competitive nature of the league and the evolving landscape of Indian football.</a:t>
            </a:r>
            <a:br/>
            <a:r>
              <a:t>  However, teams like Bengaluru FC and ATK Mohun Bagan consistently demonstrate high levels of performance and contribute significantly to the growth and popularity of the sport in India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The future of Indian football is bright, with several teams vying for supremacy and a growing focus on youth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