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Canine Companions: An Introduction to Dogs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333333"/>
                </a:solidFill>
              </a:defRPr>
            </a:pPr>
            <a:r>
              <a:t>Dogs, belonging to the Canis lupus familiaris species, are domesticated descendants of wolves.</a:t>
            </a:r>
            <a:br/>
            <a:r>
              <a:t>  Their domestication dates back tens of thousands of years, significantly impacting human history and society.</a:t>
            </a:r>
            <a:br/>
            <a:r>
              <a:t>  Dogs exhibit remarkable diversity in size, shape, coat, and temperament, resulting from selective breeding across various breeds.</a:t>
            </a:r>
          </a:p>
        </p:txBody>
      </p:sp>
      <p:pic>
        <p:nvPicPr>
          <p:cNvPr id="4" name="Picture 3" descr="temp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114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Dog Breeds and Their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333333"/>
                </a:solidFill>
              </a:defRPr>
            </a:pPr>
            <a:r>
              <a:t>Working breeds, like German Shepherds and Border Collies, are known for their intelligence and stamina, excelling in tasks such as herding and protection.</a:t>
            </a:r>
            <a:br/>
            <a:r>
              <a:t> Toy breeds, such as Chihuahuas and Pomeranians, are typically smaller and better suited for apartment living, requiring less exercise.</a:t>
            </a:r>
            <a:br/>
            <a:r>
              <a:t> Sporting breeds, including Labrador Retrievers and Golden Retrievers, are energetic and friendly, often participating in activities like hunting and retrieving.</a:t>
            </a:r>
          </a:p>
        </p:txBody>
      </p:sp>
      <p:pic>
        <p:nvPicPr>
          <p:cNvPr id="4" name="Picture 3" descr="temp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114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Understanding Canine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333333"/>
                </a:solidFill>
              </a:defRPr>
            </a:pPr>
            <a:r>
              <a:t>Body language is crucial for interpreting canine communication; postures, tail wags, ear positions, and vocalizations all convey meaning.</a:t>
            </a:r>
            <a:br/>
            <a:r>
              <a:t>  Positive reinforcement training methods, focusing on rewards and encouragement, are highly effective for building a strong bond and teaching desired behaviors.</a:t>
            </a:r>
            <a:br/>
            <a:r>
              <a:t> Early socialization is vital for welladjusted adult dogs, enabling them to interact appropriately with other animals and people.</a:t>
            </a:r>
          </a:p>
        </p:txBody>
      </p:sp>
      <p:pic>
        <p:nvPicPr>
          <p:cNvPr id="4" name="Picture 3" descr="temp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114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Caring for Your Canine Friend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333333"/>
                </a:solidFill>
              </a:defRPr>
            </a:pPr>
            <a:r>
              <a:t>Regular veterinary checkups are essential for maintaining your dog's health, preventing diseases, and addressing any potential health issues promptly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A balanced diet, tailored to your dog's breed, age, and activity level, is critical for maintaining optimal physical condition and preventing obesity.</a:t>
            </a:r>
            <a:br/>
            <a:r>
              <a:t>  Daily exercise, appropriate to their breed and age, is crucial for both physical and mental wellbeing; this can range from a brisk walk to a vigorous game of fetch.</a:t>
            </a:r>
          </a:p>
        </p:txBody>
      </p:sp>
      <p:pic>
        <p:nvPicPr>
          <p:cNvPr id="4" name="Picture 3" descr="temp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114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The Human-Canine Bond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333333"/>
                </a:solidFill>
              </a:defRPr>
            </a:pPr>
            <a:r>
              <a:t>The unique relationship between humans and dogs is characterized by mutual affection, companionship, and a shared history spanning millennia.</a:t>
            </a:r>
            <a:br/>
            <a:r>
              <a:t> Dogs offer unconditional love, emotional support, and a sense of belonging, playing a significant role in mental and emotional wellbeing for many owners.</a:t>
            </a:r>
            <a:br/>
            <a:r>
              <a:t>  Responsible dog ownership involves understanding the commitment involved in providing proper care, training, and enriching experiences for a dog's entire life.</a:t>
            </a:r>
          </a:p>
        </p:txBody>
      </p:sp>
      <p:pic>
        <p:nvPicPr>
          <p:cNvPr id="4" name="Picture 3" descr="temp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114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Resources for Responsible Dog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333333"/>
                </a:solidFill>
              </a:defRPr>
            </a:pPr>
            <a:r>
              <a:t>Consult your veterinarian for breedspecific advice and health recommendations.</a:t>
            </a:r>
            <a:br/>
            <a:r>
              <a:t> Explore reputable dog training organizations and resources for positive reinforcement techniques and socialization guidance.</a:t>
            </a:r>
            <a:br/>
            <a:r>
              <a:t> Connect with local dog parks and communities to provide social interaction and exercise opportunities for your canine companion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Remember to always prioritize responsible dog ownership and contribute to your community's wellbeing.</a:t>
            </a:r>
          </a:p>
        </p:txBody>
      </p:sp>
      <p:pic>
        <p:nvPicPr>
          <p:cNvPr id="4" name="Picture 3" descr="temp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114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