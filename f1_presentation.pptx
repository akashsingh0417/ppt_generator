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1: Scuderia Ferrari - A Legacy of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Scuderia Ferrari, founded in 1929, is one of the most iconic and successful Formula 1 teams in history.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 The team's rich history is marked by numerous championships, legendary drivers, and groundbreaking technological innovations.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 Ferrari's commitment to pushing the boundaries of automotive performance has cemented its place in motorsport legend.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2:  Key Figures and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The team boasts a roster of exceptionally talented drivers, known for their skill, speed, and competitive spirit.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 Past drivers like Michael Schumacher and Niki Lauda have left an indelible mark on the sport and the team's legacy.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Current drivers represent the next generation of F1 stars, striving to maintain the team's winning tradition.  Their individual skills and team dynamics are critical for 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3:  Technological Innovation in F1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Ferrari's commitment to research and development is evident in the constant evolution of their cars.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 The team invests heavily in cuttingedge aerodynamics, engine technology, and materials science to gain a competitive edge.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This dedication to innovation ensures that their cars are at the forefront of Formula 1 technology, constantly pushing the limits of performance and efficiency.  For example, their work on hybrid power units is a testament to their engineering prowess.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4:  The Maranello Factory and Team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The team's headquarters in Maranello, Italy, is a testament to Ferrari's dedication to craftsmanship and precision.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 The factory is a hub of engineering excellence, where skilled technicians and engineers work collaboratively to design, build, and maintain the race cars.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 The unique team culture emphasizes precision, dedication, and a relentless pursuit of excellence, fostering a competitive and highly collaborative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5:  Challenges and 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The competitive landscape of Formula 1 is constantly evolving, presenting ongoing challenges for all teams, including Scuderia Ferrari.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 Maintaining a competitive edge requires continuous adaptation, innovation, and strategic decisionmaking.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 Future goals include securing more championships, developing sustainable technologies, and continuing to inspire generations of motorsport enthusiasts.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Slide 6:  Scuderia Ferrari: A Lasting Legacy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Scuderia Ferrari's influence extends far beyond the racetrack, impacting the automotive industry and popular culture.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The brand's iconic status and association with prestige, luxury, and performance make it a globally recognized symbol of excellence.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  The team's history of innovation, success, and dedication continues to inspire and enthrall motorsport fans worldwide, ensuring its enduring legacy for many years to 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