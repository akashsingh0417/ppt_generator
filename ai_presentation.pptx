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A Brief History of AI - The Dawn of a Dream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**Early Days (1950s-1970s):** The birth of AI as a field, focusing on symbolic reasoning and problem-solving.  Early successes like game-playing programs and theorem provers.  The first AI winter followed due to limitations and overpromising.</a:t>
            </a:r>
          </a:p>
          <a:p>
            <a:r>
              <a:t>- **Expert Systems (1980s):**  Knowledge-based systems designed to mimic human expertise in specific domains.  While successful in niche applications, they lacked generalizability and scalability.</a:t>
            </a:r>
          </a:p>
          <a:p>
            <a:r>
              <a:t>- **The Rise of Machine Learning (1990s-Present):**  A shift towards data-driven approaches, fueled by increasing computing power and data availability.  Neural networks and other machine learning algorithms began to achieve remarkable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The Machine Learning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**Deep Learning's Breakthrough (2010s-Present):** Deep neural networks with multiple layers dramatically improved performance in image recognition, natural language processing, and other areas.</a:t>
            </a:r>
          </a:p>
          <a:p>
            <a:r>
              <a:t>- **Big Data and Cloud Computing:** The availability of massive datasets and powerful cloud computing resources enabled the training of large and complex models.</a:t>
            </a:r>
          </a:p>
          <a:p>
            <a:r>
              <a:t>- **Applications Explode:**  AI rapidly integrated into various sectors, including healthcare, finance, transportation, and entertainment.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Key Milestones and Breakthroughs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**1956:** Dartmouth Workshop – The birth of Artificial Intelligence as a field.</a:t>
            </a:r>
          </a:p>
          <a:p>
            <a:r>
              <a:t>- **1997:** Deep Blue defeats Garry Kasparov in chess.</a:t>
            </a:r>
          </a:p>
          <a:p>
            <a:r>
              <a:t>- **2011:** IBM's Watson wins Jeopardy!</a:t>
            </a:r>
          </a:p>
          <a:p>
            <a:r>
              <a:t>- **2012:** AlexNet achieves a breakthrough in image recognition.</a:t>
            </a:r>
          </a:p>
          <a:p>
            <a:r>
              <a:t>- **2016:** AlphaGo defeats a world champion Go player.</a:t>
            </a:r>
          </a:p>
          <a:p>
            <a:r>
              <a:t>- **2023 and beyond:**  Generative AI models like large language models (LLMs) and diffusion models demonstrate unprecedented capabilities in content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 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**Bias and Fairness:** AI systems can inherit and amplify biases present in the data they are trained on, leading to unfair or discriminatory outcomes.</a:t>
            </a:r>
          </a:p>
          <a:p>
            <a:r>
              <a:t>- **Explainability and Transparency:**  Understanding how complex AI models make decisions is crucial for trust and accountability.</a:t>
            </a:r>
          </a:p>
          <a:p>
            <a:r>
              <a:t>- **Job Displacement:** Automation driven by AI may lead to significant job displacement in certain sectors.</a:t>
            </a:r>
          </a:p>
          <a:p>
            <a:r>
              <a:t>- **Safety and Security:**  Ensuring the safety and security of AI systems is paramount, especially in critical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The Future of AI - Emerging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**General Artificial Intelligence (AGI):** The development of AI systems with human-level intelligence remains a long-term goal.</a:t>
            </a:r>
          </a:p>
          <a:p>
            <a:r>
              <a:t>- **Explainable AI (XAI):**  Research focusing on making AI models more transparent and interpretable.</a:t>
            </a:r>
          </a:p>
          <a:p>
            <a:r>
              <a:t>- **Human-AI Collaboration:**  Developing systems that effectively augment human capabilities rather than replace them.</a:t>
            </a:r>
          </a:p>
          <a:p>
            <a:r>
              <a:t>- **AI for Social Good:** Applying AI to address pressing global challenges such as climate change, poverty, and disease.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Conclusion - A Collaborative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is rapidly evolving and transforming our world.</a:t>
            </a:r>
          </a:p>
          <a:p>
            <a:r>
              <a:t>- Addressing ethical considerations and fostering responsible innovation are crucial for harnessing AI's potential for good.</a:t>
            </a:r>
          </a:p>
          <a:p>
            <a:r>
              <a:t>- A collaborative approach involving researchers, policymakers, and the public is essential to shape a future where AI benefits all of humanity.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